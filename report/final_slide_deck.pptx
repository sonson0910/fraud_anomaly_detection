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Fraud &amp;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Cause-first framework using real data, no synthetic labels.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Cause-First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Three root-cause branches before modeling.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Account takeover / identity compromise</a:t>
            </a:r>
          </a:p>
          <a:p>
            <a:pPr>
              <a:defRPr sz="2100">
                <a:latin typeface="Arial"/>
              </a:defRPr>
            </a:pPr>
            <a:r>
              <a:t>Unauthorized transfer / capital outflow</a:t>
            </a:r>
          </a:p>
          <a:p>
            <a:pPr>
              <a:defRPr sz="2100">
                <a:latin typeface="Arial"/>
              </a:defRPr>
            </a:pPr>
            <a:r>
              <a:t>AML network / mule-account pattern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Data -&gt; baseline -&gt; rules -&gt; weak labels -&gt; supervised prevention model -&gt; SHAP/xAI.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Behavioral baseline by customer</a:t>
            </a:r>
          </a:p>
          <a:p>
            <a:pPr>
              <a:defRPr sz="2100">
                <a:latin typeface="Arial"/>
              </a:defRPr>
            </a:pPr>
            <a:r>
              <a:t>Rule-derived weak labels train the supervised prevention model</a:t>
            </a:r>
          </a:p>
          <a:p>
            <a:pPr>
              <a:defRPr sz="2100">
                <a:latin typeface="Arial"/>
              </a:defRPr>
            </a:pPr>
            <a:r>
              <a:t>Human-readable reason codes and recommended actions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Key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1,418,030 transactions scored; 182,546 High/Critical.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Root-Cause Review Queue</a:t>
            </a:r>
          </a:p>
        </p:txBody>
      </p:sp>
      <p:pic>
        <p:nvPicPr>
          <p:cNvPr id="3" name="Picture 2" descr="root_cause_high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Temporal Stability</a:t>
            </a:r>
          </a:p>
        </p:txBody>
      </p:sp>
      <p:pic>
        <p:nvPicPr>
          <p:cNvPr id="3" name="Picture 2" descr="monthly_stability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SHAP Explainability</a:t>
            </a:r>
          </a:p>
        </p:txBody>
      </p:sp>
      <p:pic>
        <p:nvPicPr>
          <p:cNvPr id="3" name="Picture 2" descr="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